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Presentation?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presentation is a way to communicate information to an audience</a:t>
            </a:r>
          </a:p>
          <a:p>
            <a:r>
              <a:t>It can be used to educate, persuade, or entertain</a:t>
            </a:r>
          </a:p>
          <a:p>
            <a:r>
              <a:t>Presentations can be given in person or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 presentations: used in business or academic settings</a:t>
            </a:r>
          </a:p>
          <a:p>
            <a:r>
              <a:t>Informal presentations: used in social or casual settings</a:t>
            </a:r>
          </a:p>
          <a:p>
            <a:r>
              <a:t>Interactive presentations: used to engage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