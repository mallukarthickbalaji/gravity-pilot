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DesktopPilot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DesktopPilot AI is a cutting-edge artificial intelligence system</a:t>
            </a:r>
          </a:p>
          <a:p>
            <a:r>
              <a:t>Designed to automate desktop tasks with precision and accuracy</a:t>
            </a:r>
          </a:p>
          <a:p>
            <a:r>
              <a:t>Utilizes machine learning algorithms to improve performance over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DesktopPilot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repetitive tasks with ease</a:t>
            </a:r>
          </a:p>
          <a:p>
            <a:r>
              <a:t>Provides personalized recommendations for task optimization</a:t>
            </a:r>
          </a:p>
          <a:p>
            <a:r>
              <a:t>Integrates with various applications and systems seamlessly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DesktopPilot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Increases productivity and efficiency</a:t>
            </a:r>
          </a:p>
          <a:p>
            <a:r>
              <a:t>Reduces errors and improves accuracy</a:t>
            </a:r>
          </a:p>
          <a:p>
            <a:r>
              <a:t>Enhances user experience with intuitive interface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